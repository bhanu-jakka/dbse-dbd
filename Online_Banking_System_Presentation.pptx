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team, guide and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banking data is a promise about money, so correctness matters more than appearance.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BANKING SYSTEM SIMULATION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6FE"/>
                </a:solidFill>
              </a:rPr>
              <a:t>Full-stack banking with BCNF schema, ACID transactions and indexing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Team 9  |  Section 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Jakka Bhanu (2520030006)   Anand Akshita (2520030043)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Guide: Dr. D. Ramya Krishna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Database Systems Engineering and Distributed Backend Development (25CS1302E)  |  KLH Bachupally Campus, CSE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Problem Statement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Online Banking System Simulation  |  KLH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73152" cy="35661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Abstract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 full-stack banking simulation for accounts, deposits, withdrawals, transfers and transaction history.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It uses a BCNF schema, ACID transactions and indexing to keep balances consistent.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Stack: React.js front end, Spring Boot REST back end, MySQL database.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51560"/>
            <a:ext cx="73152" cy="3566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Problem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4630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Simple banking systems suffer from three connected problems: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Inconsistent data from redundant storage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Concurrency errors such as lost updates and half-finished transfers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Slow queries as data grows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 single database also limits scale and availability.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Online Banking System Simulation  |  KLH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51760" cy="21031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73152" cy="21031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Objective 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Design a BCNF-normalised schema so no fact is stored twice.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21031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51560"/>
            <a:ext cx="73152" cy="21031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Objective 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4630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Ensure safe transactions with ACID properties and isolation levels.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51760" cy="21031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051560"/>
            <a:ext cx="73152" cy="21031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Objective 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4630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Improve speed with indexing and study replication and sharding.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A7A"/>
                </a:solidFill>
              </a:rPr>
              <a:t>Scope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Customers, accounts, transfers and transaction history. This is a simulation: no real payment network, loans or interest. Replication and sharding are studied as concepts.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Online Banking System Simulation  |  KLH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291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Existing System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Proposed System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1B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Code structure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Mixed logic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6534"/>
                          </a:solidFill>
                        </a:rPr>
                        <a:t>Layered architecture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Data consistency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Redundant data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6534"/>
                          </a:solidFill>
                        </a:rPr>
                        <a:t>BCNF schema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Transactions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 concurrency control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6534"/>
                          </a:solidFill>
                        </a:rPr>
                        <a:t>ACID + isolation levels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Performance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Slow as data grows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6534"/>
                          </a:solidFill>
                        </a:rPr>
                        <a:t>Indexing + EXPLAIN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Limitation / Gap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Single database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6534"/>
                          </a:solidFill>
                        </a:rPr>
                        <a:t>Replication and sharding concepts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Online Banking System Simulation  |  KLH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16002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16002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Front-End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React.js: component-based single-page UI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6002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9728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Back-End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Spring Boot + REST APIs: layered services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6002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80360"/>
            <a:ext cx="73152" cy="16002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953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Database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29184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MySQL (InnoDB): ACID, indexes, EXPLAIN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16002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88036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953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Tools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29184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MySQL Workbench, Postman, Git &amp; GitHub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Online Banking System Simulation  |  KLH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  <p:pic>
        <p:nvPicPr>
          <p:cNvPr id="6" name="Image 0" descr="/home/claude/img/poster-0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4480560" cy="3657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212080" y="105156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React sends a request to the REST Controller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Validation checks input, ownership and balance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Service Layer applies banking rules and sets the transaction boundary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Repository runs SQL against MySQL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Result flows back to the screen as JSON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Online Banking System Simulation  |  KLH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  <p:pic>
        <p:nvPicPr>
          <p:cNvPr id="6" name="Image 0" descr="/home/claude/img/poster-00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8229600" cy="2743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customers 1:N accounts. accounts 1:N cards and accounts 1:N transactions. transactions also reference related_account_id for the other side of a transfer. Every table is in BCNF: each determinant is a candidate key, and card data lives in its own table with only a masked number stored.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Online Banking System Simulation  |  KLH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4754880" cy="3566160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 FROM accounts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account_id IN (:from,:to)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account_id FOR UPDATE;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accounts SET balance=balance-:amt WHERE account_id=:from;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accounts SET balance=balance+:amt WHERE account_id=:to;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transactions (...) VALUES (...);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  -- any error =&gt; ROLLBACK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05156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Atomicity: debit, credit and record succeed or fail together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Consistency: constraints and balance check keep data valid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Isolation: row locks stop lost updates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Durability: committed transfers survive a restart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Rows locked in fixed order to avoid deadlocks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Replication &amp; Sharding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Online Banking System Simulation  |  KLH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51760" cy="35661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73152" cy="35661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Indexing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Index on transactions(account_id, created_at) for history, accounts(customer_id) and customers(email). EXPLAIN confirms the index is used instead of a full table scan.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35661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51560"/>
            <a:ext cx="73152" cy="3566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Replication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46304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 primary accepts writes and replicas copy its data. Reads such as history go to replicas, and a replica can take over if the primary fails.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51760" cy="35661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051560"/>
            <a:ext cx="73152" cy="35661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Sharding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46304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Data is split across servers by a shard key such as customer or account ID. Transfers across shards need distributed-transaction handling.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Screens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Online Banking System Simulation  |  KLH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  <p:pic>
        <p:nvPicPr>
          <p:cNvPr id="6" name="Image 0" descr="/home/claude/img/poster-0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4572000" cy="3657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212080" y="105156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Dashboard: total balance, accounts, recent transactions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Transfer: move money between accounts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Transaction History: type, date, amount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Cards: masked numbers and status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Profile and Open new account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Ownership and balance validation on every request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Online Banking System Simulation  |  KLH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16002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16002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Technical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Standard, well-documented tools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6002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9728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Economic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Open-source, no cost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6002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80360"/>
            <a:ext cx="73152" cy="16002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953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Operational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29184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Simple screens, easy to maintain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16002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88036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953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Schedule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29184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Completed within the trimester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Online Banking System Simulation  |  KLH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All REST APIs tested in Postman: status codes, JSON bodies and database effects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Balances stay consistent after transfers: the debit equals the credit and history matches balances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Invalid input (negative amount, unknown account, insufficient balance) rejected with no data change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Integration flow checked: dashboard, deposit, withdrawal, transfer, history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Concurrency and rollback cases are designed for and queued for final verification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Online Banking System Simulation  |  KLH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73152" cy="35661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 working banking simulation with reliable transactions.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BCNF schema, ACID transactions and indexing were applied and all three objectives were met.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Layered architecture keeps rules in one place and the code easy to maintain.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51560"/>
            <a:ext cx="73152" cy="3566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A7A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4630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JWT login security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Real replication and sharding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Role-based access, scheduled transfers, notifications, statements and cloud hosting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B1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D6FE"/>
                </a:solidFill>
              </a:rPr>
              <a:t>Questions?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DD6FE"/>
                </a:solidFill>
              </a:rPr>
              <a:t>Source code and documentation: scan the QR code for the GitHub repository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126480" y="1005840"/>
            <a:ext cx="2468880" cy="246888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pic>
        <p:nvPicPr>
          <p:cNvPr id="5" name="Image 0" descr="/home/claude/img/poster-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14300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Banking System Simulation</dc:title>
  <dc:subject>PptxGenJS Presentation</dc:subject>
  <dc:creator>PptxGenJS</dc:creator>
  <cp:lastModifiedBy>PptxGenJS</cp:lastModifiedBy>
  <cp:revision>1</cp:revision>
  <dcterms:created xsi:type="dcterms:W3CDTF">2026-10-03T00:44:45Z</dcterms:created>
  <dcterms:modified xsi:type="dcterms:W3CDTF">2026-10-03T00:44:45Z</dcterms:modified>
</cp:coreProperties>
</file>